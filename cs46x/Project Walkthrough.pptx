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1"/>
  </p:notesMasterIdLst>
  <p:sldIdLst>
    <p:sldId id="256" r:id="rId2"/>
    <p:sldId id="258" r:id="rId3"/>
    <p:sldId id="257"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8641" autoAdjust="0"/>
  </p:normalViewPr>
  <p:slideViewPr>
    <p:cSldViewPr snapToGrid="0">
      <p:cViewPr varScale="1">
        <p:scale>
          <a:sx n="70" d="100"/>
          <a:sy n="70" d="100"/>
        </p:scale>
        <p:origin x="1123"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C45985-8A07-4F6C-B571-5682241BE9E8}" type="datetimeFigureOut">
              <a:rPr lang="en-US" smtClean="0"/>
              <a:t>11/12/2023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B2117D-9359-40BE-A46F-F9921BF65663}" type="slidenum">
              <a:rPr lang="en-US" smtClean="0"/>
              <a:t>‹#›</a:t>
            </a:fld>
            <a:endParaRPr lang="en-US"/>
          </a:p>
        </p:txBody>
      </p:sp>
    </p:spTree>
    <p:extLst>
      <p:ext uri="{BB962C8B-B14F-4D97-AF65-F5344CB8AC3E}">
        <p14:creationId xmlns:p14="http://schemas.microsoft.com/office/powerpoint/2010/main" val="1532740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B2117D-9359-40BE-A46F-F9921BF65663}" type="slidenum">
              <a:rPr lang="en-US" smtClean="0"/>
              <a:t>1</a:t>
            </a:fld>
            <a:endParaRPr lang="en-US"/>
          </a:p>
        </p:txBody>
      </p:sp>
    </p:spTree>
    <p:extLst>
      <p:ext uri="{BB962C8B-B14F-4D97-AF65-F5344CB8AC3E}">
        <p14:creationId xmlns:p14="http://schemas.microsoft.com/office/powerpoint/2010/main" val="645983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attempting to create a sorting framework that operates on the cloud which utilizes generative AI. We are attempting to create a model that is able to identify recycling materials from milk jugs, to bottles, to cans, and we are wishing to expand it to the ability to identify products. When a company for example coca cola pays us to track their cans, we would be able to make a prediction on the number of coca cola cans that goes through a recycling plant. We would then have an </a:t>
            </a:r>
            <a:r>
              <a:rPr lang="en-US" b="0" i="0" dirty="0">
                <a:solidFill>
                  <a:srgbClr val="212529"/>
                </a:solidFill>
                <a:effectLst/>
                <a:latin typeface="Abel" panose="020F0502020204030204" pitchFamily="2" charset="0"/>
              </a:rPr>
              <a:t>Articulate robot arm that would be able to sort the items respectively into their categories.</a:t>
            </a:r>
            <a:endParaRPr lang="en-US" dirty="0"/>
          </a:p>
          <a:p>
            <a:endParaRPr lang="en-US" dirty="0"/>
          </a:p>
          <a:p>
            <a:r>
              <a:rPr lang="en-US" dirty="0"/>
              <a:t>Why do we do this? When we look at the ways in which information about consumer behavior is collected so far, we see that these methods are often slow and would not reflect the current change in consumer behavior, such as tracking how many coca cola is being sold in every state and so on. However, when we look at recycling plants, we are able to obtain close to </a:t>
            </a:r>
            <a:r>
              <a:rPr lang="en-US" dirty="0" err="1"/>
              <a:t>realtime</a:t>
            </a:r>
            <a:r>
              <a:rPr lang="en-US" dirty="0"/>
              <a:t> information on how much a certain product is being consumed. These information will then be able to tell companies the change in trend and make amends to reduce production or increase production.</a:t>
            </a:r>
          </a:p>
          <a:p>
            <a:endParaRPr lang="en-US" dirty="0"/>
          </a:p>
          <a:p>
            <a:r>
              <a:rPr lang="en-US" dirty="0"/>
              <a:t>But why use an AI model? Why not just use man power? This is because the recycling field is often less paying and are labor intensive where items come in throughout the day and night. When we use a model, we are able to keep object detection running 24/7. When we look at data collection, humans are often biased and such labor intensive jobs are prone to lots of human mistakes. With a model, we are able to collect accurate unbiased data of items that goes into a recycling plant, and this model can then be used in other recycling plant without the need to train human workers.</a:t>
            </a:r>
          </a:p>
        </p:txBody>
      </p:sp>
      <p:sp>
        <p:nvSpPr>
          <p:cNvPr id="4" name="Slide Number Placeholder 3"/>
          <p:cNvSpPr>
            <a:spLocks noGrp="1"/>
          </p:cNvSpPr>
          <p:nvPr>
            <p:ph type="sldNum" sz="quarter" idx="5"/>
          </p:nvPr>
        </p:nvSpPr>
        <p:spPr/>
        <p:txBody>
          <a:bodyPr/>
          <a:lstStyle/>
          <a:p>
            <a:fld id="{85B2117D-9359-40BE-A46F-F9921BF65663}" type="slidenum">
              <a:rPr lang="en-US" smtClean="0"/>
              <a:t>2</a:t>
            </a:fld>
            <a:endParaRPr lang="en-US"/>
          </a:p>
        </p:txBody>
      </p:sp>
    </p:spTree>
    <p:extLst>
      <p:ext uri="{BB962C8B-B14F-4D97-AF65-F5344CB8AC3E}">
        <p14:creationId xmlns:p14="http://schemas.microsoft.com/office/powerpoint/2010/main" val="1478751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rough diagram of what the automation team is attempting to create. We have not been told any time estimates on what is to be expected of us but just the idea of things.</a:t>
            </a:r>
          </a:p>
        </p:txBody>
      </p:sp>
      <p:sp>
        <p:nvSpPr>
          <p:cNvPr id="4" name="Slide Number Placeholder 3"/>
          <p:cNvSpPr>
            <a:spLocks noGrp="1"/>
          </p:cNvSpPr>
          <p:nvPr>
            <p:ph type="sldNum" sz="quarter" idx="5"/>
          </p:nvPr>
        </p:nvSpPr>
        <p:spPr/>
        <p:txBody>
          <a:bodyPr/>
          <a:lstStyle/>
          <a:p>
            <a:fld id="{85B2117D-9359-40BE-A46F-F9921BF65663}" type="slidenum">
              <a:rPr lang="en-US" smtClean="0"/>
              <a:t>3</a:t>
            </a:fld>
            <a:endParaRPr lang="en-US"/>
          </a:p>
        </p:txBody>
      </p:sp>
    </p:spTree>
    <p:extLst>
      <p:ext uri="{BB962C8B-B14F-4D97-AF65-F5344CB8AC3E}">
        <p14:creationId xmlns:p14="http://schemas.microsoft.com/office/powerpoint/2010/main" val="622847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 diagram of how everything is tied together</a:t>
            </a:r>
          </a:p>
        </p:txBody>
      </p:sp>
      <p:sp>
        <p:nvSpPr>
          <p:cNvPr id="4" name="Slide Number Placeholder 3"/>
          <p:cNvSpPr>
            <a:spLocks noGrp="1"/>
          </p:cNvSpPr>
          <p:nvPr>
            <p:ph type="sldNum" sz="quarter" idx="5"/>
          </p:nvPr>
        </p:nvSpPr>
        <p:spPr/>
        <p:txBody>
          <a:bodyPr/>
          <a:lstStyle/>
          <a:p>
            <a:fld id="{85B2117D-9359-40BE-A46F-F9921BF65663}" type="slidenum">
              <a:rPr lang="en-US" smtClean="0"/>
              <a:t>4</a:t>
            </a:fld>
            <a:endParaRPr lang="en-US"/>
          </a:p>
        </p:txBody>
      </p:sp>
    </p:spTree>
    <p:extLst>
      <p:ext uri="{BB962C8B-B14F-4D97-AF65-F5344CB8AC3E}">
        <p14:creationId xmlns:p14="http://schemas.microsoft.com/office/powerpoint/2010/main" val="284001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3D models of object to create training data</a:t>
            </a:r>
          </a:p>
        </p:txBody>
      </p:sp>
      <p:sp>
        <p:nvSpPr>
          <p:cNvPr id="4" name="Slide Number Placeholder 3"/>
          <p:cNvSpPr>
            <a:spLocks noGrp="1"/>
          </p:cNvSpPr>
          <p:nvPr>
            <p:ph type="sldNum" sz="quarter" idx="5"/>
          </p:nvPr>
        </p:nvSpPr>
        <p:spPr/>
        <p:txBody>
          <a:bodyPr/>
          <a:lstStyle/>
          <a:p>
            <a:fld id="{85B2117D-9359-40BE-A46F-F9921BF65663}" type="slidenum">
              <a:rPr lang="en-US" smtClean="0"/>
              <a:t>5</a:t>
            </a:fld>
            <a:endParaRPr lang="en-US"/>
          </a:p>
        </p:txBody>
      </p:sp>
    </p:spTree>
    <p:extLst>
      <p:ext uri="{BB962C8B-B14F-4D97-AF65-F5344CB8AC3E}">
        <p14:creationId xmlns:p14="http://schemas.microsoft.com/office/powerpoint/2010/main" val="1640182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Weekly meeting – project partner provides us with things to read up on and tasks while we update him on the things we’ve been doing</a:t>
            </a:r>
          </a:p>
        </p:txBody>
      </p:sp>
      <p:sp>
        <p:nvSpPr>
          <p:cNvPr id="4" name="Slide Number Placeholder 3"/>
          <p:cNvSpPr>
            <a:spLocks noGrp="1"/>
          </p:cNvSpPr>
          <p:nvPr>
            <p:ph type="sldNum" sz="quarter" idx="5"/>
          </p:nvPr>
        </p:nvSpPr>
        <p:spPr/>
        <p:txBody>
          <a:bodyPr/>
          <a:lstStyle/>
          <a:p>
            <a:fld id="{85B2117D-9359-40BE-A46F-F9921BF65663}" type="slidenum">
              <a:rPr lang="en-US" smtClean="0"/>
              <a:t>8</a:t>
            </a:fld>
            <a:endParaRPr lang="en-US"/>
          </a:p>
        </p:txBody>
      </p:sp>
    </p:spTree>
    <p:extLst>
      <p:ext uri="{BB962C8B-B14F-4D97-AF65-F5344CB8AC3E}">
        <p14:creationId xmlns:p14="http://schemas.microsoft.com/office/powerpoint/2010/main" val="42275245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E45F24F8-466C-4D6D-9388-47E2A9229385}" type="datetimeFigureOut">
              <a:rPr lang="en-US" smtClean="0"/>
              <a:t>11/10/2023</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2EE894BF-E8D7-4C0F-A777-9C554556F7FF}" type="slidenum">
              <a:rPr lang="en-US" smtClean="0"/>
              <a:t>‹#›</a:t>
            </a:fld>
            <a:endParaRPr lang="en-US"/>
          </a:p>
        </p:txBody>
      </p:sp>
    </p:spTree>
    <p:extLst>
      <p:ext uri="{BB962C8B-B14F-4D97-AF65-F5344CB8AC3E}">
        <p14:creationId xmlns:p14="http://schemas.microsoft.com/office/powerpoint/2010/main" val="243043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5F24F8-466C-4D6D-9388-47E2A9229385}" type="datetimeFigureOut">
              <a:rPr lang="en-US" smtClean="0"/>
              <a:t>11/10/2023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E894BF-E8D7-4C0F-A777-9C554556F7FF}" type="slidenum">
              <a:rPr lang="en-US" smtClean="0"/>
              <a:t>‹#›</a:t>
            </a:fld>
            <a:endParaRPr lang="en-US"/>
          </a:p>
        </p:txBody>
      </p:sp>
    </p:spTree>
    <p:extLst>
      <p:ext uri="{BB962C8B-B14F-4D97-AF65-F5344CB8AC3E}">
        <p14:creationId xmlns:p14="http://schemas.microsoft.com/office/powerpoint/2010/main" val="2439259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5F24F8-466C-4D6D-9388-47E2A9229385}" type="datetimeFigureOut">
              <a:rPr lang="en-US" smtClean="0"/>
              <a:t>11/10/2023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E894BF-E8D7-4C0F-A777-9C554556F7FF}" type="slidenum">
              <a:rPr lang="en-US" smtClean="0"/>
              <a:t>‹#›</a:t>
            </a:fld>
            <a:endParaRPr lang="en-US"/>
          </a:p>
        </p:txBody>
      </p:sp>
    </p:spTree>
    <p:extLst>
      <p:ext uri="{BB962C8B-B14F-4D97-AF65-F5344CB8AC3E}">
        <p14:creationId xmlns:p14="http://schemas.microsoft.com/office/powerpoint/2010/main" val="2794549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45F24F8-466C-4D6D-9388-47E2A9229385}" type="datetimeFigureOut">
              <a:rPr lang="en-US" smtClean="0"/>
              <a:t>11/10/2023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E894BF-E8D7-4C0F-A777-9C554556F7FF}" type="slidenum">
              <a:rPr lang="en-US" smtClean="0"/>
              <a:t>‹#›</a:t>
            </a:fld>
            <a:endParaRPr lang="en-US"/>
          </a:p>
        </p:txBody>
      </p:sp>
    </p:spTree>
    <p:extLst>
      <p:ext uri="{BB962C8B-B14F-4D97-AF65-F5344CB8AC3E}">
        <p14:creationId xmlns:p14="http://schemas.microsoft.com/office/powerpoint/2010/main" val="2555871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5F24F8-466C-4D6D-9388-47E2A9229385}" type="datetimeFigureOut">
              <a:rPr lang="en-US" smtClean="0"/>
              <a:t>11/10/2023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E894BF-E8D7-4C0F-A777-9C554556F7FF}" type="slidenum">
              <a:rPr lang="en-US" smtClean="0"/>
              <a:t>‹#›</a:t>
            </a:fld>
            <a:endParaRPr lang="en-US"/>
          </a:p>
        </p:txBody>
      </p:sp>
    </p:spTree>
    <p:extLst>
      <p:ext uri="{BB962C8B-B14F-4D97-AF65-F5344CB8AC3E}">
        <p14:creationId xmlns:p14="http://schemas.microsoft.com/office/powerpoint/2010/main" val="1589069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5F24F8-466C-4D6D-9388-47E2A9229385}" type="datetimeFigureOut">
              <a:rPr lang="en-US" smtClean="0"/>
              <a:t>11/10/2023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E894BF-E8D7-4C0F-A777-9C554556F7FF}" type="slidenum">
              <a:rPr lang="en-US" smtClean="0"/>
              <a:t>‹#›</a:t>
            </a:fld>
            <a:endParaRPr lang="en-US"/>
          </a:p>
        </p:txBody>
      </p:sp>
    </p:spTree>
    <p:extLst>
      <p:ext uri="{BB962C8B-B14F-4D97-AF65-F5344CB8AC3E}">
        <p14:creationId xmlns:p14="http://schemas.microsoft.com/office/powerpoint/2010/main" val="3454596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F24F8-466C-4D6D-9388-47E2A9229385}" type="datetimeFigureOut">
              <a:rPr lang="en-US" smtClean="0"/>
              <a:t>11/10/2023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EE894BF-E8D7-4C0F-A777-9C554556F7FF}" type="slidenum">
              <a:rPr lang="en-US" smtClean="0"/>
              <a:t>‹#›</a:t>
            </a:fld>
            <a:endParaRPr lang="en-US"/>
          </a:p>
        </p:txBody>
      </p:sp>
    </p:spTree>
    <p:extLst>
      <p:ext uri="{BB962C8B-B14F-4D97-AF65-F5344CB8AC3E}">
        <p14:creationId xmlns:p14="http://schemas.microsoft.com/office/powerpoint/2010/main" val="96639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45F24F8-466C-4D6D-9388-47E2A9229385}" type="datetimeFigureOut">
              <a:rPr lang="en-US" smtClean="0"/>
              <a:t>11/10/2023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E894BF-E8D7-4C0F-A777-9C554556F7FF}" type="slidenum">
              <a:rPr lang="en-US" smtClean="0"/>
              <a:t>‹#›</a:t>
            </a:fld>
            <a:endParaRPr lang="en-US"/>
          </a:p>
        </p:txBody>
      </p:sp>
    </p:spTree>
    <p:extLst>
      <p:ext uri="{BB962C8B-B14F-4D97-AF65-F5344CB8AC3E}">
        <p14:creationId xmlns:p14="http://schemas.microsoft.com/office/powerpoint/2010/main" val="1575986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45F24F8-466C-4D6D-9388-47E2A9229385}" type="datetimeFigureOut">
              <a:rPr lang="en-US" smtClean="0"/>
              <a:t>11/10/2023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E894BF-E8D7-4C0F-A777-9C554556F7FF}" type="slidenum">
              <a:rPr lang="en-US" smtClean="0"/>
              <a:t>‹#›</a:t>
            </a:fld>
            <a:endParaRPr lang="en-US"/>
          </a:p>
        </p:txBody>
      </p:sp>
    </p:spTree>
    <p:extLst>
      <p:ext uri="{BB962C8B-B14F-4D97-AF65-F5344CB8AC3E}">
        <p14:creationId xmlns:p14="http://schemas.microsoft.com/office/powerpoint/2010/main" val="436725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45F24F8-466C-4D6D-9388-47E2A9229385}" type="datetimeFigureOut">
              <a:rPr lang="en-US" smtClean="0"/>
              <a:t>11/10/2023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E894BF-E8D7-4C0F-A777-9C554556F7FF}" type="slidenum">
              <a:rPr lang="en-US" smtClean="0"/>
              <a:t>‹#›</a:t>
            </a:fld>
            <a:endParaRPr lang="en-US"/>
          </a:p>
        </p:txBody>
      </p:sp>
    </p:spTree>
    <p:extLst>
      <p:ext uri="{BB962C8B-B14F-4D97-AF65-F5344CB8AC3E}">
        <p14:creationId xmlns:p14="http://schemas.microsoft.com/office/powerpoint/2010/main" val="3154611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45F24F8-466C-4D6D-9388-47E2A9229385}" type="datetimeFigureOut">
              <a:rPr lang="en-US" smtClean="0"/>
              <a:t>11/10/2023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E894BF-E8D7-4C0F-A777-9C554556F7FF}" type="slidenum">
              <a:rPr lang="en-US" smtClean="0"/>
              <a:t>‹#›</a:t>
            </a:fld>
            <a:endParaRPr lang="en-US"/>
          </a:p>
        </p:txBody>
      </p:sp>
    </p:spTree>
    <p:extLst>
      <p:ext uri="{BB962C8B-B14F-4D97-AF65-F5344CB8AC3E}">
        <p14:creationId xmlns:p14="http://schemas.microsoft.com/office/powerpoint/2010/main" val="13021744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45F24F8-466C-4D6D-9388-47E2A9229385}" type="datetimeFigureOut">
              <a:rPr lang="en-US" smtClean="0"/>
              <a:t>11/10/2023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E894BF-E8D7-4C0F-A777-9C554556F7FF}"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586734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45F24F8-466C-4D6D-9388-47E2A9229385}" type="datetimeFigureOut">
              <a:rPr lang="en-US" smtClean="0"/>
              <a:t>11/10/2023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E894BF-E8D7-4C0F-A777-9C554556F7FF}" type="slidenum">
              <a:rPr lang="en-US" smtClean="0"/>
              <a:t>‹#›</a:t>
            </a:fld>
            <a:endParaRPr lang="en-US"/>
          </a:p>
        </p:txBody>
      </p:sp>
    </p:spTree>
    <p:extLst>
      <p:ext uri="{BB962C8B-B14F-4D97-AF65-F5344CB8AC3E}">
        <p14:creationId xmlns:p14="http://schemas.microsoft.com/office/powerpoint/2010/main" val="2243490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45F24F8-466C-4D6D-9388-47E2A9229385}" type="datetimeFigureOut">
              <a:rPr lang="en-US" smtClean="0"/>
              <a:t>11/10/2023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E894BF-E8D7-4C0F-A777-9C554556F7FF}" type="slidenum">
              <a:rPr lang="en-US" smtClean="0"/>
              <a:t>‹#›</a:t>
            </a:fld>
            <a:endParaRPr lang="en-US"/>
          </a:p>
        </p:txBody>
      </p:sp>
    </p:spTree>
    <p:extLst>
      <p:ext uri="{BB962C8B-B14F-4D97-AF65-F5344CB8AC3E}">
        <p14:creationId xmlns:p14="http://schemas.microsoft.com/office/powerpoint/2010/main" val="19431451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45F24F8-466C-4D6D-9388-47E2A9229385}" type="datetimeFigureOut">
              <a:rPr lang="en-US" smtClean="0"/>
              <a:t>11/10/2023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E894BF-E8D7-4C0F-A777-9C554556F7FF}" type="slidenum">
              <a:rPr lang="en-US" smtClean="0"/>
              <a:t>‹#›</a:t>
            </a:fld>
            <a:endParaRPr lang="en-US"/>
          </a:p>
        </p:txBody>
      </p:sp>
    </p:spTree>
    <p:extLst>
      <p:ext uri="{BB962C8B-B14F-4D97-AF65-F5344CB8AC3E}">
        <p14:creationId xmlns:p14="http://schemas.microsoft.com/office/powerpoint/2010/main" val="2214231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5F24F8-466C-4D6D-9388-47E2A9229385}" type="datetimeFigureOut">
              <a:rPr lang="en-US" smtClean="0"/>
              <a:t>11/10/2023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E894BF-E8D7-4C0F-A777-9C554556F7FF}" type="slidenum">
              <a:rPr lang="en-US" smtClean="0"/>
              <a:t>‹#›</a:t>
            </a:fld>
            <a:endParaRPr lang="en-US"/>
          </a:p>
        </p:txBody>
      </p:sp>
    </p:spTree>
    <p:extLst>
      <p:ext uri="{BB962C8B-B14F-4D97-AF65-F5344CB8AC3E}">
        <p14:creationId xmlns:p14="http://schemas.microsoft.com/office/powerpoint/2010/main" val="20772886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5F24F8-466C-4D6D-9388-47E2A9229385}" type="datetimeFigureOut">
              <a:rPr lang="en-US" smtClean="0"/>
              <a:t>11/10/2023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E894BF-E8D7-4C0F-A777-9C554556F7FF}" type="slidenum">
              <a:rPr lang="en-US" smtClean="0"/>
              <a:t>‹#›</a:t>
            </a:fld>
            <a:endParaRPr lang="en-US"/>
          </a:p>
        </p:txBody>
      </p:sp>
    </p:spTree>
    <p:extLst>
      <p:ext uri="{BB962C8B-B14F-4D97-AF65-F5344CB8AC3E}">
        <p14:creationId xmlns:p14="http://schemas.microsoft.com/office/powerpoint/2010/main" val="1227902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45F24F8-466C-4D6D-9388-47E2A9229385}" type="datetimeFigureOut">
              <a:rPr lang="en-US" smtClean="0"/>
              <a:t>11/10/2023</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EE894BF-E8D7-4C0F-A777-9C554556F7FF}" type="slidenum">
              <a:rPr lang="en-US" smtClean="0"/>
              <a:t>‹#›</a:t>
            </a:fld>
            <a:endParaRPr lang="en-US"/>
          </a:p>
        </p:txBody>
      </p:sp>
    </p:spTree>
    <p:extLst>
      <p:ext uri="{BB962C8B-B14F-4D97-AF65-F5344CB8AC3E}">
        <p14:creationId xmlns:p14="http://schemas.microsoft.com/office/powerpoint/2010/main" val="42594582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8E9AB-D626-3623-24C6-AD5E1E560187}"/>
              </a:ext>
            </a:extLst>
          </p:cNvPr>
          <p:cNvSpPr>
            <a:spLocks noGrp="1"/>
          </p:cNvSpPr>
          <p:nvPr>
            <p:ph type="ctrTitle"/>
          </p:nvPr>
        </p:nvSpPr>
        <p:spPr/>
        <p:txBody>
          <a:bodyPr>
            <a:normAutofit fontScale="90000"/>
          </a:bodyPr>
          <a:lstStyle/>
          <a:p>
            <a:r>
              <a:rPr lang="en-US" dirty="0"/>
              <a:t>Autonomous AI-Training for Robot-Assisted Sorting for Efficient Recycling (automation/cloud) </a:t>
            </a:r>
          </a:p>
        </p:txBody>
      </p:sp>
      <p:sp>
        <p:nvSpPr>
          <p:cNvPr id="3" name="Subtitle 2">
            <a:extLst>
              <a:ext uri="{FF2B5EF4-FFF2-40B4-BE49-F238E27FC236}">
                <a16:creationId xmlns:a16="http://schemas.microsoft.com/office/drawing/2014/main" id="{8DF9C4BD-FB99-FDDD-C924-16DA864F04E1}"/>
              </a:ext>
            </a:extLst>
          </p:cNvPr>
          <p:cNvSpPr>
            <a:spLocks noGrp="1"/>
          </p:cNvSpPr>
          <p:nvPr>
            <p:ph type="subTitle" idx="1"/>
          </p:nvPr>
        </p:nvSpPr>
        <p:spPr/>
        <p:txBody>
          <a:bodyPr/>
          <a:lstStyle/>
          <a:p>
            <a:r>
              <a:rPr lang="en-US" dirty="0"/>
              <a:t>By Lyon Kee</a:t>
            </a:r>
          </a:p>
        </p:txBody>
      </p:sp>
    </p:spTree>
    <p:extLst>
      <p:ext uri="{BB962C8B-B14F-4D97-AF65-F5344CB8AC3E}">
        <p14:creationId xmlns:p14="http://schemas.microsoft.com/office/powerpoint/2010/main" val="294521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60CF1-AD28-983A-589B-3E2668120B4E}"/>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F1F7D2C5-9D57-067C-8998-3801D44FED5E}"/>
              </a:ext>
            </a:extLst>
          </p:cNvPr>
          <p:cNvSpPr>
            <a:spLocks noGrp="1"/>
          </p:cNvSpPr>
          <p:nvPr>
            <p:ph idx="1"/>
          </p:nvPr>
        </p:nvSpPr>
        <p:spPr/>
        <p:txBody>
          <a:bodyPr/>
          <a:lstStyle/>
          <a:p>
            <a:r>
              <a:rPr lang="en-US" dirty="0"/>
              <a:t>Sorting framework that operates on the cloud and utilizes generative AI</a:t>
            </a:r>
          </a:p>
          <a:p>
            <a:r>
              <a:rPr lang="en-US" dirty="0"/>
              <a:t>Capitalize on firsthand information on consumer behavior</a:t>
            </a:r>
          </a:p>
          <a:p>
            <a:r>
              <a:rPr lang="en-US" dirty="0"/>
              <a:t>Collect accurate unbiased data of items</a:t>
            </a:r>
          </a:p>
        </p:txBody>
      </p:sp>
      <p:pic>
        <p:nvPicPr>
          <p:cNvPr id="3074" name="Picture 2" descr="Waste rubber conveyor belts, waste conveyors">
            <a:extLst>
              <a:ext uri="{FF2B5EF4-FFF2-40B4-BE49-F238E27FC236}">
                <a16:creationId xmlns:a16="http://schemas.microsoft.com/office/drawing/2014/main" id="{46849175-0DA5-BD86-7A1D-4585DB53E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1412" y="4391632"/>
            <a:ext cx="2466975" cy="184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1338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DD412-ECCD-D197-A352-5588FA169F23}"/>
              </a:ext>
            </a:extLst>
          </p:cNvPr>
          <p:cNvSpPr>
            <a:spLocks noGrp="1"/>
          </p:cNvSpPr>
          <p:nvPr>
            <p:ph type="title"/>
          </p:nvPr>
        </p:nvSpPr>
        <p:spPr/>
        <p:txBody>
          <a:bodyPr/>
          <a:lstStyle/>
          <a:p>
            <a:r>
              <a:rPr lang="en-US" dirty="0"/>
              <a:t>automation</a:t>
            </a:r>
          </a:p>
        </p:txBody>
      </p:sp>
      <p:pic>
        <p:nvPicPr>
          <p:cNvPr id="5" name="Content Placeholder 4" descr="A diagram of a training program&#10;&#10;Description automatically generated">
            <a:extLst>
              <a:ext uri="{FF2B5EF4-FFF2-40B4-BE49-F238E27FC236}">
                <a16:creationId xmlns:a16="http://schemas.microsoft.com/office/drawing/2014/main" id="{C314DDAD-1C77-2411-960A-BBBBA948E0E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41413" y="2124077"/>
            <a:ext cx="9905998" cy="3792534"/>
          </a:xfrm>
        </p:spPr>
      </p:pic>
    </p:spTree>
    <p:extLst>
      <p:ext uri="{BB962C8B-B14F-4D97-AF65-F5344CB8AC3E}">
        <p14:creationId xmlns:p14="http://schemas.microsoft.com/office/powerpoint/2010/main" val="4145987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C6CD-8EE0-4456-3A6C-0B080D7EA390}"/>
              </a:ext>
            </a:extLst>
          </p:cNvPr>
          <p:cNvSpPr>
            <a:spLocks noGrp="1"/>
          </p:cNvSpPr>
          <p:nvPr>
            <p:ph type="title"/>
          </p:nvPr>
        </p:nvSpPr>
        <p:spPr/>
        <p:txBody>
          <a:bodyPr/>
          <a:lstStyle/>
          <a:p>
            <a:endParaRPr lang="en-US"/>
          </a:p>
        </p:txBody>
      </p:sp>
      <p:pic>
        <p:nvPicPr>
          <p:cNvPr id="2052" name="Picture 4">
            <a:extLst>
              <a:ext uri="{FF2B5EF4-FFF2-40B4-BE49-F238E27FC236}">
                <a16:creationId xmlns:a16="http://schemas.microsoft.com/office/drawing/2014/main" id="{0B454468-8AFF-D18A-E488-316D4E7960E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932157" y="364027"/>
            <a:ext cx="6327685" cy="6129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8146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255AC-893F-4BC6-2A3A-B5621514F498}"/>
              </a:ext>
            </a:extLst>
          </p:cNvPr>
          <p:cNvSpPr>
            <a:spLocks noGrp="1"/>
          </p:cNvSpPr>
          <p:nvPr>
            <p:ph type="title"/>
          </p:nvPr>
        </p:nvSpPr>
        <p:spPr/>
        <p:txBody>
          <a:bodyPr/>
          <a:lstStyle/>
          <a:p>
            <a:r>
              <a:rPr lang="en-US" dirty="0"/>
              <a:t>deliverables</a:t>
            </a:r>
          </a:p>
        </p:txBody>
      </p:sp>
      <p:sp>
        <p:nvSpPr>
          <p:cNvPr id="3" name="Content Placeholder 2">
            <a:extLst>
              <a:ext uri="{FF2B5EF4-FFF2-40B4-BE49-F238E27FC236}">
                <a16:creationId xmlns:a16="http://schemas.microsoft.com/office/drawing/2014/main" id="{09A3254A-F051-6BC7-6667-D490AF83E7FE}"/>
              </a:ext>
            </a:extLst>
          </p:cNvPr>
          <p:cNvSpPr>
            <a:spLocks noGrp="1"/>
          </p:cNvSpPr>
          <p:nvPr>
            <p:ph idx="1"/>
          </p:nvPr>
        </p:nvSpPr>
        <p:spPr/>
        <p:txBody>
          <a:bodyPr/>
          <a:lstStyle/>
          <a:p>
            <a:r>
              <a:rPr lang="en-US" dirty="0"/>
              <a:t>Obtain ML tools</a:t>
            </a:r>
          </a:p>
          <a:p>
            <a:r>
              <a:rPr lang="en-US" dirty="0"/>
              <a:t>Make APIs for data input, training, and output</a:t>
            </a:r>
          </a:p>
          <a:p>
            <a:r>
              <a:rPr lang="en-US" dirty="0"/>
              <a:t>Configure Azure </a:t>
            </a:r>
            <a:r>
              <a:rPr lang="en-US" dirty="0" err="1"/>
              <a:t>MLOps</a:t>
            </a:r>
            <a:endParaRPr lang="en-US" dirty="0"/>
          </a:p>
          <a:p>
            <a:r>
              <a:rPr lang="en-US" dirty="0"/>
              <a:t>Train on YOLOv5/YOLOv8</a:t>
            </a:r>
          </a:p>
          <a:p>
            <a:r>
              <a:rPr lang="en-US" dirty="0"/>
              <a:t>Ability to retrain models without starting from scratch</a:t>
            </a:r>
          </a:p>
          <a:p>
            <a:r>
              <a:rPr lang="en-US" dirty="0"/>
              <a:t>3-D model objects to be used as training data</a:t>
            </a:r>
          </a:p>
        </p:txBody>
      </p:sp>
    </p:spTree>
    <p:extLst>
      <p:ext uri="{BB962C8B-B14F-4D97-AF65-F5344CB8AC3E}">
        <p14:creationId xmlns:p14="http://schemas.microsoft.com/office/powerpoint/2010/main" val="1782079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A1368-EF66-3C7B-5526-3F6BC6AF59E4}"/>
              </a:ext>
            </a:extLst>
          </p:cNvPr>
          <p:cNvSpPr>
            <a:spLocks noGrp="1"/>
          </p:cNvSpPr>
          <p:nvPr>
            <p:ph type="title"/>
          </p:nvPr>
        </p:nvSpPr>
        <p:spPr/>
        <p:txBody>
          <a:bodyPr/>
          <a:lstStyle/>
          <a:p>
            <a:r>
              <a:rPr lang="en-US" dirty="0"/>
              <a:t>maintenance</a:t>
            </a:r>
          </a:p>
        </p:txBody>
      </p:sp>
      <p:sp>
        <p:nvSpPr>
          <p:cNvPr id="3" name="Content Placeholder 2">
            <a:extLst>
              <a:ext uri="{FF2B5EF4-FFF2-40B4-BE49-F238E27FC236}">
                <a16:creationId xmlns:a16="http://schemas.microsoft.com/office/drawing/2014/main" id="{A6CE3F42-C422-2949-10A7-A312C2787BB6}"/>
              </a:ext>
            </a:extLst>
          </p:cNvPr>
          <p:cNvSpPr>
            <a:spLocks noGrp="1"/>
          </p:cNvSpPr>
          <p:nvPr>
            <p:ph idx="1"/>
          </p:nvPr>
        </p:nvSpPr>
        <p:spPr/>
        <p:txBody>
          <a:bodyPr/>
          <a:lstStyle/>
          <a:p>
            <a:r>
              <a:rPr lang="en-US" dirty="0"/>
              <a:t>There will be a feedback form on the frontend to file issues</a:t>
            </a:r>
          </a:p>
          <a:p>
            <a:r>
              <a:rPr lang="en-US" dirty="0"/>
              <a:t>Project partner has another team that is working on the project</a:t>
            </a:r>
          </a:p>
        </p:txBody>
      </p:sp>
    </p:spTree>
    <p:extLst>
      <p:ext uri="{BB962C8B-B14F-4D97-AF65-F5344CB8AC3E}">
        <p14:creationId xmlns:p14="http://schemas.microsoft.com/office/powerpoint/2010/main" val="1140448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A42DB-4F80-4CDA-F9A9-B2E163616447}"/>
              </a:ext>
            </a:extLst>
          </p:cNvPr>
          <p:cNvSpPr>
            <a:spLocks noGrp="1"/>
          </p:cNvSpPr>
          <p:nvPr>
            <p:ph type="title"/>
          </p:nvPr>
        </p:nvSpPr>
        <p:spPr/>
        <p:txBody>
          <a:bodyPr/>
          <a:lstStyle/>
          <a:p>
            <a:r>
              <a:rPr lang="en-US" dirty="0"/>
              <a:t>interface</a:t>
            </a:r>
          </a:p>
        </p:txBody>
      </p:sp>
      <p:sp>
        <p:nvSpPr>
          <p:cNvPr id="3" name="Content Placeholder 2">
            <a:extLst>
              <a:ext uri="{FF2B5EF4-FFF2-40B4-BE49-F238E27FC236}">
                <a16:creationId xmlns:a16="http://schemas.microsoft.com/office/drawing/2014/main" id="{CEEF7391-2BF1-4BC5-E9D2-54892A371ACA}"/>
              </a:ext>
            </a:extLst>
          </p:cNvPr>
          <p:cNvSpPr>
            <a:spLocks noGrp="1"/>
          </p:cNvSpPr>
          <p:nvPr>
            <p:ph idx="1"/>
          </p:nvPr>
        </p:nvSpPr>
        <p:spPr/>
        <p:txBody>
          <a:bodyPr/>
          <a:lstStyle/>
          <a:p>
            <a:r>
              <a:rPr lang="en-US" dirty="0"/>
              <a:t>Ability to input data</a:t>
            </a:r>
          </a:p>
          <a:p>
            <a:r>
              <a:rPr lang="en-US" dirty="0"/>
              <a:t>Data analytics/visualization tools</a:t>
            </a:r>
          </a:p>
        </p:txBody>
      </p:sp>
    </p:spTree>
    <p:extLst>
      <p:ext uri="{BB962C8B-B14F-4D97-AF65-F5344CB8AC3E}">
        <p14:creationId xmlns:p14="http://schemas.microsoft.com/office/powerpoint/2010/main" val="464334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A7802-EA13-C1AE-6E3F-CD2BF477C73A}"/>
              </a:ext>
            </a:extLst>
          </p:cNvPr>
          <p:cNvSpPr>
            <a:spLocks noGrp="1"/>
          </p:cNvSpPr>
          <p:nvPr>
            <p:ph type="title"/>
          </p:nvPr>
        </p:nvSpPr>
        <p:spPr/>
        <p:txBody>
          <a:bodyPr/>
          <a:lstStyle/>
          <a:p>
            <a:r>
              <a:rPr lang="en-US" dirty="0"/>
              <a:t>Project management/tooling</a:t>
            </a:r>
          </a:p>
        </p:txBody>
      </p:sp>
      <p:sp>
        <p:nvSpPr>
          <p:cNvPr id="3" name="Content Placeholder 2">
            <a:extLst>
              <a:ext uri="{FF2B5EF4-FFF2-40B4-BE49-F238E27FC236}">
                <a16:creationId xmlns:a16="http://schemas.microsoft.com/office/drawing/2014/main" id="{AE3CE2AD-F1D5-0841-347E-29D6CACCC455}"/>
              </a:ext>
            </a:extLst>
          </p:cNvPr>
          <p:cNvSpPr>
            <a:spLocks noGrp="1"/>
          </p:cNvSpPr>
          <p:nvPr>
            <p:ph idx="1"/>
          </p:nvPr>
        </p:nvSpPr>
        <p:spPr/>
        <p:txBody>
          <a:bodyPr/>
          <a:lstStyle/>
          <a:p>
            <a:r>
              <a:rPr lang="en-US" dirty="0"/>
              <a:t>Weekly meeting</a:t>
            </a:r>
          </a:p>
          <a:p>
            <a:r>
              <a:rPr lang="en-US" dirty="0"/>
              <a:t>GitHub</a:t>
            </a:r>
          </a:p>
          <a:p>
            <a:r>
              <a:rPr lang="en-US" dirty="0"/>
              <a:t>Azure cloud</a:t>
            </a:r>
          </a:p>
          <a:p>
            <a:r>
              <a:rPr lang="en-US" dirty="0"/>
              <a:t>Firebase</a:t>
            </a:r>
          </a:p>
          <a:p>
            <a:r>
              <a:rPr lang="en-US" dirty="0"/>
              <a:t>React</a:t>
            </a:r>
          </a:p>
        </p:txBody>
      </p:sp>
    </p:spTree>
    <p:extLst>
      <p:ext uri="{BB962C8B-B14F-4D97-AF65-F5344CB8AC3E}">
        <p14:creationId xmlns:p14="http://schemas.microsoft.com/office/powerpoint/2010/main" val="4274602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FE11-7132-4184-C43B-9E47B204D3D4}"/>
              </a:ext>
            </a:extLst>
          </p:cNvPr>
          <p:cNvSpPr>
            <a:spLocks noGrp="1"/>
          </p:cNvSpPr>
          <p:nvPr>
            <p:ph type="title"/>
          </p:nvPr>
        </p:nvSpPr>
        <p:spPr/>
        <p:txBody>
          <a:bodyPr/>
          <a:lstStyle/>
          <a:p>
            <a:r>
              <a:rPr lang="en-US" dirty="0"/>
              <a:t>Questions?</a:t>
            </a:r>
          </a:p>
        </p:txBody>
      </p:sp>
    </p:spTree>
    <p:extLst>
      <p:ext uri="{BB962C8B-B14F-4D97-AF65-F5344CB8AC3E}">
        <p14:creationId xmlns:p14="http://schemas.microsoft.com/office/powerpoint/2010/main" val="22870630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2290</TotalTime>
  <Words>554</Words>
  <Application>Microsoft Office PowerPoint</Application>
  <PresentationFormat>Widescreen</PresentationFormat>
  <Paragraphs>42</Paragraphs>
  <Slides>9</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Abel</vt:lpstr>
      <vt:lpstr>Arial</vt:lpstr>
      <vt:lpstr>Calibri</vt:lpstr>
      <vt:lpstr>Tw Cen MT</vt:lpstr>
      <vt:lpstr>Circuit</vt:lpstr>
      <vt:lpstr>Autonomous AI-Training for Robot-Assisted Sorting for Efficient Recycling (automation/cloud) </vt:lpstr>
      <vt:lpstr>overview</vt:lpstr>
      <vt:lpstr>automation</vt:lpstr>
      <vt:lpstr>PowerPoint Presentation</vt:lpstr>
      <vt:lpstr>deliverables</vt:lpstr>
      <vt:lpstr>maintenance</vt:lpstr>
      <vt:lpstr>interface</vt:lpstr>
      <vt:lpstr>Project management/tooling</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AI-Training for Robot-Assisted Sorting for Efficient Recycling (automation/cloud) </dc:title>
  <dc:creator>Kee, Lyon</dc:creator>
  <cp:lastModifiedBy>Kee, Lyon</cp:lastModifiedBy>
  <cp:revision>1</cp:revision>
  <dcterms:created xsi:type="dcterms:W3CDTF">2023-11-11T07:14:15Z</dcterms:created>
  <dcterms:modified xsi:type="dcterms:W3CDTF">2023-11-12T21:24:31Z</dcterms:modified>
</cp:coreProperties>
</file>